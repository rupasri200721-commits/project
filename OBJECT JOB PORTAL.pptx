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7" r:id="rId11"/>
    <p:sldId id="271" r:id="rId12"/>
    <p:sldId id="299" r:id="rId13"/>
    <p:sldId id="298" r:id="rId14"/>
    <p:sldId id="294" r:id="rId15"/>
    <p:sldId id="297" r:id="rId16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EF36F-F144-4CAE-86FE-FE737C43ECFA}" v="81" dt="2025-09-11T02:03:21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9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830F97-8477-3AAE-0CBA-C0754DAB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84FFAE5A-CE3F-9FC1-9022-DBC5D238F4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FDA40CC0-03F3-0A21-56BA-EE91A7BD7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FDBADBC9-2815-CC5F-CCF5-E89EB1E02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9194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DA5266D-1EEB-E4DD-C4C6-0684501A3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E783AE27-B76E-5224-314C-006A019199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95FFD9DD-0947-1224-8004-1985BBC63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95464085-44F1-90FA-CBB3-F97C4DD33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993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AE15F4B-8547-80F3-B535-6DB0CF21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78E84574-3BFD-FE27-F7C1-239C1C8ED7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600CA629-E245-9A8D-E7C8-163F1E69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A81032C9-162A-1EEF-1152-8D30644FF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3224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DBC1FE8-1303-BB6B-09D6-A4FBA8DB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40729DAA-42C4-25E4-6284-7531403EBD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051F1B8B-E484-5832-74BC-031B9DC26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CEF6DA4E-9964-B9BB-8584-5B885BB64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49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1898650" y="214313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K. RAMAKRISHNAN COLLEGE OF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(AUTONOMOUS), SAMAYAPURAM -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 OF EEE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B1201 – </a:t>
            </a:r>
            <a:r>
              <a:rPr 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50" name="Google Shape;150;p26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1638272" y="2729965"/>
            <a:ext cx="897736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200" b="1" i="0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              ONLINE JOB PORTAL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0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9" name="Google Shape;146;p26"/>
          <p:cNvSpPr txBox="1">
            <a:spLocks/>
          </p:cNvSpPr>
          <p:nvPr/>
        </p:nvSpPr>
        <p:spPr>
          <a:xfrm>
            <a:off x="0" y="392944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PRESENTED BY        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RUPASRI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.R                                                                              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Mr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.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K.Swaminathan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8115U24EE048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                                Assistant Professor / CSE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787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Used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Architecture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INTRODUCTION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87390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Job Portal is a web-based system that helps job seekers find suitable jobs and allows employers to post vacancies and hire candidates easily, making the recruitment process faster and more efficient.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873912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the Online Job Portal is to connect job seekers and employers through a simple platform that enables easy job posting, searching, and application, saving time and effort in the recruitment process.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PROBLEM STATEMENT 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831850" y="7429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jobs and hiring candidates through traditional methods is slow and limited, so an online system is needed to make the process faster and easier.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USED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HTML,CSS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PHP,JAVA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ARCHITECTURE DIAGRAM 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4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B3B8E9-4083-1448-AAD5-1D0D3B2F4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762" y="1900237"/>
            <a:ext cx="532447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MODULES USED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>
            <a:spLocks noGrp="1"/>
          </p:cNvSpPr>
          <p:nvPr>
            <p:ph type="body" idx="1"/>
          </p:nvPr>
        </p:nvSpPr>
        <p:spPr>
          <a:xfrm>
            <a:off x="1016025" y="582612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 – Registration</a:t>
            </a: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Module – Job posting</a:t>
            </a: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– Manage users</a:t>
            </a: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Module – Alerts for new jobs and application updates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1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MODULE)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33032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 in as job seeker or employer.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personal details and account settings.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profile access.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sym typeface="Arial"/>
              </a:rPr>
              <a:t>                        MODULE 2 </a:t>
            </a:r>
            <a:br>
              <a:rPr lang="en-US" dirty="0">
                <a:sym typeface="Arial"/>
              </a:rPr>
            </a:br>
            <a:r>
              <a:rPr lang="en-US" dirty="0"/>
              <a:t>                  (JOB SEEKER MODULE)</a:t>
            </a:r>
            <a:endParaRPr lang="en-US" dirty="0">
              <a:sym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A4AA4-4934-0A36-F2D5-C96DB88A8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 and update resume/profile with skills and experience.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Search and apply for jobs using filters (location, role, salary).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Track application status and receive notifications.</a:t>
            </a:r>
            <a:endParaRPr lang="en-IN" dirty="0"/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1956C0-456B-DEBE-89C3-7FA570EE3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65" y="2351602"/>
            <a:ext cx="11223388" cy="9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BC0A60A2-F405-182A-8239-D0884918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5AD42AE9-BA23-2145-7E4F-D76975197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MODULE 3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(EMPLOYER MODULE)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ADCCD-9C76-1E74-4C2C-AC80E54D4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Post job vacancies with detailed descriptions.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Search candidate profiles and short-list suitable applicants.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Manage applications and schedule interviews.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20A1A2-5EDF-F9C0-9D2C-A3F036B8EC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6E5A79A7-1486-17C1-024D-C5BA46F0B1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4EDC338-B324-E8A7-EC79-5A4A4D3047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935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9DA4DDE7-E837-BE88-F497-C6216D44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CA6B0FCD-9E68-5E09-1AD2-19A26811A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MODULE 4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(ADMIN MODULE)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9D2A-5F61-BB9E-1B5B-C5676CC58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Manage users (job seekers and employers).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Approve or monitor job postings and activities.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Maintain database security and system performance.</a:t>
            </a: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BF696D-C69F-221D-3CB8-DEAF1E7FDD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E9D3DA71-53A0-596E-350F-3D4291047D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1B04B0F7-551B-5DC8-493B-B78AFE6F7F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992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27988EA5-2FAE-70F0-D29A-F22B0971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FE2AB5DA-1063-4E74-9851-67E3FBE10F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OUTPUT SCREENSHOTS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914878B9-C9DA-EF0E-4E6B-7BE991B6C7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AAD60383-DEE6-9D4A-12E1-967F05A870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2EEC74-8D5E-8537-8A64-F6A5A57D65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D4946-DB48-BFB1-2FE7-E953BD80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366" y="1416137"/>
            <a:ext cx="5723682" cy="449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04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E980C633-2923-EEA1-F82A-72A4EC79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2942C21B-ECD2-A505-E0DC-15753A650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REFERENCES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801B4DD1-DDE7-D812-B0AA-79997C1F37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18AC7A2-5B63-DF98-1412-77C19AFB12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DA5316CC-95E2-8161-8A5E-EDD1C6CDD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813" y="1416138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fr-FR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Official Documentation – https://www.php.net/docs.php</a:t>
            </a:r>
          </a:p>
          <a:p>
            <a:pPr marL="3429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fr-FR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 – https://dev.mysql.com/doc</a:t>
            </a:r>
          </a:p>
          <a:p>
            <a:pPr marL="3429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fr-FR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fr-FR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https://www.tutorialspoint.com</a:t>
            </a:r>
          </a:p>
          <a:p>
            <a:pPr marL="0" indent="0" algn="just">
              <a:lnSpc>
                <a:spcPct val="250000"/>
              </a:lnSpc>
              <a:spcBef>
                <a:spcPts val="0"/>
              </a:spcBef>
              <a:buSzPts val="3200"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3627C8-D796-0EBE-CB97-E00F59C317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84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401</Words>
  <Application>Microsoft Office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Times New Roman</vt:lpstr>
      <vt:lpstr>Wingdings</vt:lpstr>
      <vt:lpstr>Office Theme</vt:lpstr>
      <vt:lpstr>1_Office Theme</vt:lpstr>
      <vt:lpstr>PowerPoint Presentation</vt:lpstr>
      <vt:lpstr>PRESENTATION OVERVIEW</vt:lpstr>
      <vt:lpstr>PROJECT INTRODUCTION</vt:lpstr>
      <vt:lpstr>OBJECTIVE</vt:lpstr>
      <vt:lpstr>PROBLEM STATEMENT </vt:lpstr>
      <vt:lpstr>TECHNOLOGIES USED </vt:lpstr>
      <vt:lpstr>ARCHITECTURE DIAGRAM </vt:lpstr>
      <vt:lpstr>MODULES USED</vt:lpstr>
      <vt:lpstr>MODULE 1  (USER MODULE)</vt:lpstr>
      <vt:lpstr>                        MODULE 2                    (JOB SEEKER MODULE)</vt:lpstr>
      <vt:lpstr>MODULE 3   (EMPLOYER MODULE)</vt:lpstr>
      <vt:lpstr>MODULE 4   (ADMIN MODULE)</vt:lpstr>
      <vt:lpstr>OUTPUT SCREENSHOTS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RUPZZ ENI</cp:lastModifiedBy>
  <cp:revision>35</cp:revision>
  <dcterms:modified xsi:type="dcterms:W3CDTF">2025-09-18T15:00:37Z</dcterms:modified>
</cp:coreProperties>
</file>